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3326B-5FFA-47EC-97CC-04CF3C10691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53039-F236-49D3-B3C8-CA790AE2A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816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53039-F236-49D3-B3C8-CA790AE2AFA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870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5CA8E-543E-60E1-BDB1-ED133F699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901C5-14CC-004B-C9F1-D5FE7E178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FC3F4-7926-E62F-02BF-2FDCBFB3C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C366C-DD6D-4A03-9AA4-2E75E18260C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0E419-92D9-E51D-5617-16C549517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573C0-4383-0552-058C-FD49D3BA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B1E1B-591D-465B-A4D2-858D8929D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64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2A9F-C7E6-D39D-CC9C-53852C897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95303-35F5-DB29-DE30-93C3CC703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B2C94-D50A-A981-46F3-B3460955C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C366C-DD6D-4A03-9AA4-2E75E18260C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77E22-EF9A-4A5A-C770-1DDBBF36C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25710-DBEC-A5F3-D522-5AF092C1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B1E1B-591D-465B-A4D2-858D8929D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5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05190-087D-25D7-0431-1DEEA1028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429C8-657B-B7A7-7038-AE1D3EC0F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D47A-2297-7A4B-CCEB-CD60DA245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C366C-DD6D-4A03-9AA4-2E75E18260C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90E68-BFB8-12FA-9038-088282EF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BA2E1-AD5C-C43A-A4D9-8CAC767B8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B1E1B-591D-465B-A4D2-858D8929D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49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71F08-5DEF-C17C-BBCA-9E6CE58CC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D52ED-D9B5-2ADF-85DF-2D18002C24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30F157-7B76-4315-2A5D-AC18DDE747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827F9-0051-07F4-FC26-79C18C655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C366C-DD6D-4A03-9AA4-2E75E18260C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F9517-DC9A-69E8-96D1-29BB4A683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87945-BAA8-BDB5-EA0B-C68112172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B1E1B-591D-465B-A4D2-858D8929D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02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DB819-202E-27A8-A881-D806BDA8B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04754-336E-F300-3CDE-0210B4155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4C89B-3AED-E6F7-D393-6D612508A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F18ADD-9643-E36A-95A6-5E4DD09AF7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07BFA4-1507-A4EA-C755-EA8228DDE9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B83BC9-43AE-D462-78AA-0278B29F1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C366C-DD6D-4A03-9AA4-2E75E18260C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56A58E-452F-FED6-1EFD-DB6B0E8A7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0FA534-4CEC-A103-CBBE-F313FA3D3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B1E1B-591D-465B-A4D2-858D8929D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69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0A25-5BD1-E6ED-9CD6-BF9265302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00EA8E-C58A-84BE-D430-391FDB028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C366C-DD6D-4A03-9AA4-2E75E18260C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6203ED-2F29-1B4B-285E-23D29B095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27BBF-7D07-058F-D441-BA411704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B1E1B-591D-465B-A4D2-858D8929D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1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FB666C-13F1-41C0-5092-9612C2E7F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C366C-DD6D-4A03-9AA4-2E75E18260C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45081-5A4D-9CF5-5DFF-38EA4B552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DB104-0E22-7533-819E-224B902AB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B1E1B-591D-465B-A4D2-858D8929D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1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672FE-7E27-C04B-4B8C-C0ECA8387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F14A2-4C3C-FF5F-1C4C-E8DC263B3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E2D868-20DF-9C2E-D035-8EB2CFC67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6E559-0D40-D48D-6EE2-74A83E011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C366C-DD6D-4A03-9AA4-2E75E18260C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84D18-7FCB-BC49-3773-FDCD9576B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BE5B5-6D7A-8324-717A-0D500961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B1E1B-591D-465B-A4D2-858D8929D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273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1D91D-569C-C076-6B89-FD9A188E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A68C65-AA5F-03E5-CBF6-37AF2875AB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6162C8-6810-0D5E-F65D-BDD8C1932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064E8-B8CB-7ED3-9D68-75CBDFEBC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C366C-DD6D-4A03-9AA4-2E75E18260C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402A8-8D4D-BE93-E1F1-C932A9828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A409F-0DEF-D550-8948-BD49BC921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B1E1B-591D-465B-A4D2-858D8929D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010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C0461-3CB1-117C-3352-DF73897F4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6FDA6-EF90-86F6-DED1-EEFDA7979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22749-543B-5524-6E15-A49EFED60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C366C-DD6D-4A03-9AA4-2E75E18260C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53CFE-2D47-DB8F-F02C-DDF3E7A77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A4642-00B3-9A36-59CF-410F4C8D7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B1E1B-591D-465B-A4D2-858D8929D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88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2CAA9E-2720-6520-A5D7-2237E3433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0AD5A2-27D8-6B9C-B5B4-19D17516C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C65B-DC51-8A2C-FF4B-700C9F64D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C366C-DD6D-4A03-9AA4-2E75E18260C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C99E2-F339-183B-082B-A1CF134AF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32DF5-8D0B-C309-FE18-3627FCA05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B1E1B-591D-465B-A4D2-858D8929D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273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CE9707-CE8E-F5CA-AACA-72BA08603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C435B-2ED2-28FA-3532-10547F84B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87706-4512-7967-AA05-A9A39DCC84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8C366C-DD6D-4A03-9AA4-2E75E18260C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336FF-6A0A-0A33-0857-AC8319B298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1E16C-E32E-1208-9071-A27EF6453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8B1E1B-591D-465B-A4D2-858D8929D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18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042FD-7B72-A7CF-0761-F29BB61B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TFVA Flux space reduction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16DAD-E17F-5EEE-DE99-9257C6505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77384" cy="4351338"/>
          </a:xfrm>
        </p:spPr>
        <p:txBody>
          <a:bodyPr/>
          <a:lstStyle/>
          <a:p>
            <a:r>
              <a:rPr lang="nl-NL" sz="2400" dirty="0"/>
              <a:t>TFVA reduces feasible flux space significantly for both conditions</a:t>
            </a:r>
          </a:p>
          <a:p>
            <a:pPr lvl="1"/>
            <a:r>
              <a:rPr lang="nl-NL" sz="1400" dirty="0"/>
              <a:t>Sum of flux range widths (ub – lb):</a:t>
            </a:r>
          </a:p>
          <a:p>
            <a:pPr lvl="1"/>
            <a:r>
              <a:rPr lang="nl-NL" sz="1400" dirty="0"/>
              <a:t>Glc: 1.24</a:t>
            </a:r>
            <a:r>
              <a:rPr lang="nl-NL" sz="1400" baseline="30000" dirty="0"/>
              <a:t>e</a:t>
            </a:r>
            <a:r>
              <a:rPr lang="nl-NL" sz="1400" dirty="0"/>
              <a:t>5 -&gt; 7</a:t>
            </a:r>
            <a:r>
              <a:rPr lang="nl-NL" sz="1400" baseline="30000" dirty="0"/>
              <a:t>e</a:t>
            </a:r>
            <a:r>
              <a:rPr lang="nl-NL" sz="1400" dirty="0"/>
              <a:t>4</a:t>
            </a:r>
          </a:p>
          <a:p>
            <a:pPr lvl="1"/>
            <a:r>
              <a:rPr lang="nl-NL" sz="1400" dirty="0"/>
              <a:t>Ace: 1.24</a:t>
            </a:r>
            <a:r>
              <a:rPr lang="nl-NL" sz="1400" baseline="30000" dirty="0"/>
              <a:t>e</a:t>
            </a:r>
            <a:r>
              <a:rPr lang="nl-NL" sz="1400" dirty="0"/>
              <a:t>5 -&gt; 7.5</a:t>
            </a:r>
            <a:r>
              <a:rPr lang="nl-NL" sz="1400" baseline="30000" dirty="0"/>
              <a:t>e</a:t>
            </a:r>
            <a:r>
              <a:rPr lang="nl-NL" sz="1400" dirty="0"/>
              <a:t>4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graph of different types of data&#10;&#10;AI-generated content may be incorrect.">
            <a:extLst>
              <a:ext uri="{FF2B5EF4-FFF2-40B4-BE49-F238E27FC236}">
                <a16:creationId xmlns:a16="http://schemas.microsoft.com/office/drawing/2014/main" id="{805BB4DD-6D10-F595-3D2B-1BDC84974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916" y="1463165"/>
            <a:ext cx="6429763" cy="539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52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2D48-2682-3DC0-B062-89486AB84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TFVA fixes reaction directions</a:t>
            </a:r>
            <a:endParaRPr lang="en-US" dirty="0"/>
          </a:p>
        </p:txBody>
      </p:sp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11CC6D51-CAC7-658B-5843-085B2639B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368" y="1494494"/>
            <a:ext cx="5081903" cy="517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935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414CE-5041-31F4-BA62-FBF96690A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TVA met. conc. space reduction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7105-DD96-BE05-82F0-87F76200F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07736" cy="4351338"/>
          </a:xfrm>
        </p:spPr>
        <p:txBody>
          <a:bodyPr>
            <a:normAutofit/>
          </a:bodyPr>
          <a:lstStyle/>
          <a:p>
            <a:r>
              <a:rPr lang="nl-NL" sz="2400" dirty="0"/>
              <a:t>TVA on metabolite concentrations reduces the total space slightly</a:t>
            </a:r>
          </a:p>
          <a:p>
            <a:pPr lvl="1"/>
            <a:r>
              <a:rPr lang="nl-NL" sz="1400" dirty="0"/>
              <a:t>Sum of linear concentration range widths (ub – lb):</a:t>
            </a:r>
          </a:p>
          <a:p>
            <a:pPr lvl="1"/>
            <a:r>
              <a:rPr lang="nl-NL" sz="1400" dirty="0"/>
              <a:t>Glc: 1106 -&gt; 1063</a:t>
            </a:r>
          </a:p>
          <a:p>
            <a:pPr lvl="1"/>
            <a:r>
              <a:rPr lang="nl-NL" sz="1400" dirty="0"/>
              <a:t>Ace: 1103 -&gt; 1052</a:t>
            </a:r>
            <a:endParaRPr lang="en-US" sz="1400" dirty="0"/>
          </a:p>
        </p:txBody>
      </p:sp>
      <p:pic>
        <p:nvPicPr>
          <p:cNvPr id="5" name="Picture 4" descr="A graph of a normal weight&#10;&#10;AI-generated content may be incorrect.">
            <a:extLst>
              <a:ext uri="{FF2B5EF4-FFF2-40B4-BE49-F238E27FC236}">
                <a16:creationId xmlns:a16="http://schemas.microsoft.com/office/drawing/2014/main" id="{C8B3BB41-3D81-04EA-0906-FE3594D83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651" y="1583679"/>
            <a:ext cx="6305309" cy="5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55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07BC-BD61-7BB0-3709-D6385BCC2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TVA met. conc. space reduction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66352-FDD0-2CED-D083-5456F6B62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A graph of metabolites with blue and orange bars&#10;&#10;AI-generated content may be incorrect.">
            <a:extLst>
              <a:ext uri="{FF2B5EF4-FFF2-40B4-BE49-F238E27FC236}">
                <a16:creationId xmlns:a16="http://schemas.microsoft.com/office/drawing/2014/main" id="{70B8C93C-85B6-87D6-71BB-1ACB804D6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784" y="1366350"/>
            <a:ext cx="5480304" cy="549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041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82</Words>
  <Application>Microsoft Office PowerPoint</Application>
  <PresentationFormat>Widescreen</PresentationFormat>
  <Paragraphs>13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TFVA Flux space reduction</vt:lpstr>
      <vt:lpstr>TFVA fixes reaction directions</vt:lpstr>
      <vt:lpstr>TVA met. conc. space reduction</vt:lpstr>
      <vt:lpstr>TVA met. conc. space reduction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Laurens S</dc:creator>
  <cp:lastModifiedBy>Laurens S</cp:lastModifiedBy>
  <cp:revision>1</cp:revision>
  <dcterms:created xsi:type="dcterms:W3CDTF">2026-01-29T14:33:46Z</dcterms:created>
  <dcterms:modified xsi:type="dcterms:W3CDTF">2026-01-29T15:02:01Z</dcterms:modified>
</cp:coreProperties>
</file>